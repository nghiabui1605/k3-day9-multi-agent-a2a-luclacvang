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 bằng vấn đề: từ một order_id, hệ thống phải đưa ra quyết định tài chính có thể kiểm toán.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 bài toán không phải sinh văn bản; đây là quyết định nghiệp vụ có tác động tài chính.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Đây là slide trọng tâm. Đi từ trái sang phải và giải thích rằng specialist tạo fact, không tự kết luận trách nhiệm.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nguyên tắc separation of concerns: specialist không vượt quá phạm vi dữ liệu của mình.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Nêu ví dụ priority: đơn canceled có nhiều payment vẫn là canceled_order_paid, không phải valid_split_payment.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EC_001 theo đúng thứ tự handoff. Nhấn mạnh chỉ hoàn freight vì lỗi là giao trễ, không phải hủy đơn.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Giải thích trung thực: LLM hiện ảnh hưởng chủ yếu tới confidence; nghiệp vụ cuối được deterministic policy bảo vệ.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thúc bằng trade-off: đây là hybrid multi-agent trong một process, chưa phải các service A2A qua network.
[Sources]
- D:/K3-Day9-Multi-Agent-A2A/README.md
- D:/K3-Day9-Multi-Agent-A2A/architecture.md
- D:/K3-Day9-Multi-Agent-A2A/scripts/resolve_cases.py
- D:/K3-Day9-Multi-Agent-A2A/metadata.json
- D:/K3-Day9-Multi-Agent-A2A/trace.jsonl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" y="6519672"/>
            <a:ext cx="11384280" cy="0"/>
          </a:xfrm>
          <a:prstGeom prst="line">
            <a:avLst/>
          </a:prstGeom>
          <a:noFill/>
          <a:ln w="8890">
            <a:solidFill>
              <a:srgbClr val="B8BC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93192" y="6556248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377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 • DAY 9 • MULTI-AGENT A2A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347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K3 • DAY 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93192" y="1828800"/>
            <a:ext cx="9509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Multi-Agent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xử lý khiếu nại Olist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393192" y="4114800"/>
            <a:ext cx="1371600" cy="73152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440740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EC_POLICY_V1  •  50 CASE  •  OPENROUTER 7B + DETERMINISTIC VERIFIER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" y="572414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orchestration • Structured handoff • Audit-ready output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BÀI TOÁN NGHIỆP VỤ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order_id phải biến thành quyết định có thể kiểm toán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" y="1883664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claimed_order_id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393192" y="2441448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khóa tra cứu — nhưng kết luận cần dữ liệu từ nhiều bảng.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10128" y="2441448"/>
            <a:ext cx="59436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977640" y="15087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&amp; PHÂN TÍCH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977640" y="1883664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• Item/Seller • Payment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3977640" y="2441448"/>
            <a:ext cx="3474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Trạng thái, mốc giao hàng, giới hạn bàn giao, giá, freight và các dòng thanh toán.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498080" y="2441448"/>
            <a:ext cx="59436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18388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83880" y="1883664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quyết định bắt buộc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8183880" y="2441448"/>
            <a:ext cx="32461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 •  Entity  •  Root cause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 •  Refund  •  Action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3192" y="4069080"/>
            <a:ext cx="11292840" cy="132588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43159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920240" y="4215384"/>
            <a:ext cx="9326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Đúng policy  •  Đúng tiền  •  Không bịa evidence  •  Truy vết được từng handoff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TỔNG THỂ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Facts được tách riêng trước khi policy đưa ra quyết định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176272"/>
            <a:ext cx="530352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800600" y="2176272"/>
            <a:ext cx="530352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339328" y="2852928"/>
            <a:ext cx="0" cy="658368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10128" y="3511296"/>
            <a:ext cx="502920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triangl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3310128" y="4709160"/>
            <a:ext cx="45720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669280" y="4709160"/>
            <a:ext cx="45720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028432" y="4709160"/>
            <a:ext cx="45720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93192" y="1664208"/>
            <a:ext cx="1847088" cy="1042416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3192" y="1664208"/>
            <a:ext cx="73152" cy="1042416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" y="1783080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57784" y="2130552"/>
            <a:ext cx="153619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case_id • order_id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2770632" y="1536192"/>
            <a:ext cx="2029968" cy="1298448"/>
          </a:xfrm>
          <a:prstGeom prst="rect">
            <a:avLst/>
          </a:prstGeom>
          <a:solidFill>
            <a:srgbClr val="EDEDED"/>
          </a:solidFill>
          <a:ln w="13970">
            <a:solidFill>
              <a:srgbClr val="EDED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70632" y="1536192"/>
            <a:ext cx="73152" cy="1298448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35224" y="1655064"/>
            <a:ext cx="1719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2935224" y="2002536"/>
            <a:ext cx="171907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case • điều phối • gom trace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330952" y="1353312"/>
            <a:ext cx="6080760" cy="1627632"/>
          </a:xfrm>
          <a:prstGeom prst="rect">
            <a:avLst/>
          </a:prstGeom>
          <a:solidFill>
            <a:srgbClr val="F7F7F7"/>
          </a:solidFill>
          <a:ln w="12700">
            <a:solidFill>
              <a:srgbClr val="B8BC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1508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FACTS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532120" y="1828800"/>
            <a:ext cx="171907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96712" y="1947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Order/Seller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696712" y="2295144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• handoff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7434072" y="1828800"/>
            <a:ext cx="171907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98664" y="1947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598664" y="2295144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• reconcile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9336024" y="1828800"/>
            <a:ext cx="1719072" cy="841248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00616" y="1947672"/>
            <a:ext cx="1408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9500616" y="2295144"/>
            <a:ext cx="14081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• on-time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393192" y="3959352"/>
            <a:ext cx="2916936" cy="1508760"/>
          </a:xfrm>
          <a:prstGeom prst="rect">
            <a:avLst/>
          </a:prstGeom>
          <a:solidFill>
            <a:srgbClr val="D0EDFA"/>
          </a:solidFill>
          <a:ln w="13970">
            <a:solidFill>
              <a:srgbClr val="3D8D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" y="3959352"/>
            <a:ext cx="73152" cy="150876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" y="4078224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Core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557784" y="4425696"/>
            <a:ext cx="2606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policy + OpenRouter 7B</a:t>
            </a:r>
            <a:endParaRPr lang="en-US" sz="1450" dirty="0"/>
          </a:p>
        </p:txBody>
      </p:sp>
      <p:sp>
        <p:nvSpPr>
          <p:cNvPr id="35" name="Shape 33"/>
          <p:cNvSpPr/>
          <p:nvPr/>
        </p:nvSpPr>
        <p:spPr>
          <a:xfrm>
            <a:off x="3767328" y="4050792"/>
            <a:ext cx="1901952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67328" y="4050792"/>
            <a:ext cx="73152" cy="132588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0" y="41696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Gate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931920" y="4517136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khớp 5 trường</a:t>
            </a:r>
            <a:endParaRPr lang="en-US" sz="1450" dirty="0"/>
          </a:p>
        </p:txBody>
      </p:sp>
      <p:sp>
        <p:nvSpPr>
          <p:cNvPr id="39" name="Shape 37"/>
          <p:cNvSpPr/>
          <p:nvPr/>
        </p:nvSpPr>
        <p:spPr>
          <a:xfrm>
            <a:off x="6126480" y="4050792"/>
            <a:ext cx="1901952" cy="1325880"/>
          </a:xfrm>
          <a:prstGeom prst="rect">
            <a:avLst/>
          </a:prstGeom>
          <a:solidFill>
            <a:srgbClr val="EDEDED"/>
          </a:solidFill>
          <a:ln w="13970">
            <a:solidFill>
              <a:srgbClr val="EDED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26480" y="4050792"/>
            <a:ext cx="73152" cy="132588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91072" y="41696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6291072" y="4517136"/>
            <a:ext cx="159105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• evidence • money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8485632" y="4050792"/>
            <a:ext cx="2240280" cy="1325880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85632" y="4050792"/>
            <a:ext cx="73152" cy="132588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50224" y="4169664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8650224" y="4517136"/>
            <a:ext cx="19293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• trace • ZIP</a:t>
            </a:r>
            <a:endParaRPr lang="en-US" sz="1450" dirty="0"/>
          </a:p>
        </p:txBody>
      </p:sp>
      <p:sp>
        <p:nvSpPr>
          <p:cNvPr id="47" name="Text 45"/>
          <p:cNvSpPr/>
          <p:nvPr/>
        </p:nvSpPr>
        <p:spPr>
          <a:xfrm>
            <a:off x="3657600" y="56784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handoff → LLM bị giới hạn bởi policy và deterministic reference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VAI TRÒ AGENT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specialist chỉ làm phần việc có thể kiểm chứng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157276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93192" y="2258568"/>
            <a:ext cx="3337560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24505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&amp; Seller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93192" y="3063240"/>
            <a:ext cx="3246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order + item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carrier_date với shipping_limit_date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về seller bàn giao trễ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142232" y="157276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142232" y="2258568"/>
            <a:ext cx="3337560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42232" y="24505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42232" y="3063240"/>
            <a:ext cx="3246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Cộng price, freight, payment bằng Decimal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soát sai số ≤ 0.10 BRL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 diện split payment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891272" y="157276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7891272" y="2258568"/>
            <a:ext cx="3337560" cy="0"/>
          </a:xfrm>
          <a:prstGeom prst="line">
            <a:avLst/>
          </a:prstGeom>
          <a:noFill/>
          <a:ln w="1651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91272" y="2450592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891272" y="3063240"/>
            <a:ext cx="32461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delivered_customer_date với estimated_date</a:t>
            </a:r>
            <a:endParaRPr lang="en-US" sz="1550" dirty="0"/>
          </a:p>
          <a:p>
            <a:pPr indent="0" marL="0">
              <a:buNone/>
            </a:pP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Trả về late hoặc within estimate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393192" y="5513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deterministic?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423160" y="5422392"/>
            <a:ext cx="8961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tháng và tài chính cần tái lập chính xác — không cần LLM suy đoán.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EC_POLICY_V1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chạy theo ưu tiên — rule đầu tiên đúng sẽ thắng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898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ISSUE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75320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" y="2340864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7393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177393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canceled_order_paid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177393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Canceled + payment &gt; 0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275320" y="177393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• hoàn payment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393192" y="3054096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2487168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unavailable_order_paid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297680" y="2487168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Unavailable + payment &gt; 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75320" y="2487168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• hoàn payment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393192" y="3767328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200400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200400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late_delivery_seller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97680" y="3200400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trễ + seller handoff trễ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75320" y="3200400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• hoàn freight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393192" y="4480560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13632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3913632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late_delivery_logistics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297680" y="3913632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trễ + seller handoff đúng hạn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8275320" y="3913632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Logistics • hoàn freight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393192" y="5193792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26864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43000" y="4626864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valid_split_payment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297680" y="4626864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payment + reconcile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75320" y="4626864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lỗi • giải thích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393192" y="5907024"/>
            <a:ext cx="11292840" cy="0"/>
          </a:xfrm>
          <a:prstGeom prst="line">
            <a:avLst/>
          </a:prstGeom>
          <a:noFill/>
          <a:ln w="8255">
            <a:solidFill>
              <a:srgbClr val="B8BC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5340096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43000" y="5340096"/>
            <a:ext cx="2971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unsupported_late_claim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4297680" y="5340096"/>
            <a:ext cx="3703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đúng hạn + reconcile</a:t>
            </a:r>
            <a:endParaRPr lang="en-US" sz="1450" dirty="0"/>
          </a:p>
        </p:txBody>
      </p:sp>
      <p:sp>
        <p:nvSpPr>
          <p:cNvPr id="38" name="Text 36"/>
          <p:cNvSpPr/>
          <p:nvPr/>
        </p:nvSpPr>
        <p:spPr>
          <a:xfrm>
            <a:off x="8275320" y="5340096"/>
            <a:ext cx="3154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lỗi • từ chối refund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XUYÊN SUỐT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EC_001 cho thấy handoff biến facts thành refund 12.04 BRL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2871216"/>
            <a:ext cx="384048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544568" y="2871216"/>
            <a:ext cx="384048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848856" y="2871216"/>
            <a:ext cx="384048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153144" y="2871216"/>
            <a:ext cx="384048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93192" y="2057400"/>
            <a:ext cx="1847088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" y="2578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order_id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" y="3026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e2a03…8e60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97480" y="2057400"/>
            <a:ext cx="1847088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3784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ORDER/SELLER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843784" y="2578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Handoff trễ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43784" y="3026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&gt; limit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01768" y="2057400"/>
            <a:ext cx="1847088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48072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48072" y="2578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trễ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148072" y="3026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 &gt; estimate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06056" y="2057400"/>
            <a:ext cx="1847088" cy="1627632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452360" y="2578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chịu lỗi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452360" y="3026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SELLER_HANDOFF…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10344" y="2057400"/>
            <a:ext cx="1847088" cy="1627632"/>
          </a:xfrm>
          <a:prstGeom prst="rect">
            <a:avLst/>
          </a:prstGeom>
          <a:solidFill>
            <a:srgbClr val="D0EDFA"/>
          </a:solidFill>
          <a:ln w="13970">
            <a:solidFill>
              <a:srgbClr val="3D8D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56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756648" y="2578608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freight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756648" y="302666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12.04 BRL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3192" y="4361688"/>
            <a:ext cx="11064240" cy="9601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5902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828800" y="4517136"/>
            <a:ext cx="9098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 •  violating item  •  payment  •  seller  •  policy cause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SOÁT HALLUCINATION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đề xuất; deterministic gate giữ quyền quyết định cuối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337560" y="2240280"/>
            <a:ext cx="822960" cy="77724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 flipV="1">
            <a:off x="3337560" y="3657600"/>
            <a:ext cx="822960" cy="777240"/>
          </a:xfrm>
          <a:prstGeom prst="line">
            <a:avLst/>
          </a:prstGeom>
          <a:noFill/>
          <a:ln w="21590">
            <a:solidFill>
              <a:srgbClr val="000000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720840" y="3337560"/>
            <a:ext cx="68580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235440" y="3337560"/>
            <a:ext cx="640080" cy="0"/>
          </a:xfrm>
          <a:prstGeom prst="line">
            <a:avLst/>
          </a:prstGeom>
          <a:noFill/>
          <a:ln w="21590">
            <a:solidFill>
              <a:srgbClr val="3D8D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94360" y="1572768"/>
            <a:ext cx="2743200" cy="1371600"/>
          </a:xfrm>
          <a:prstGeom prst="rect">
            <a:avLst/>
          </a:prstGeom>
          <a:solidFill>
            <a:srgbClr val="D0EDFA"/>
          </a:solidFill>
          <a:ln w="13970">
            <a:solidFill>
              <a:srgbClr val="3D8D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572768"/>
            <a:ext cx="73152" cy="137160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691640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OpenRouter Agent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952" y="2039112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Qwen 2.5 7B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issue • cause • party • action • confidence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94360" y="3657600"/>
            <a:ext cx="2743200" cy="13716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3657600"/>
            <a:ext cx="73152" cy="137160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776472"/>
            <a:ext cx="2432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Agent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8952" y="4123944"/>
            <a:ext cx="243230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6 rule theo ưu tiên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quyết định chuẩn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160520" y="2532888"/>
            <a:ext cx="2560320" cy="1600200"/>
          </a:xfrm>
          <a:prstGeom prst="rect">
            <a:avLst/>
          </a:prstGeom>
          <a:solidFill>
            <a:srgbClr val="EDEDED"/>
          </a:solidFill>
          <a:ln w="13970">
            <a:solidFill>
              <a:srgbClr val="EDED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60520" y="2532888"/>
            <a:ext cx="73152" cy="1600200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25112" y="265176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 Gate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25112" y="2999232"/>
            <a:ext cx="224942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khớp: issue • cause • party • party_id • action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406640" y="2670048"/>
            <a:ext cx="1828800" cy="1353312"/>
          </a:xfrm>
          <a:prstGeom prst="rect">
            <a:avLst/>
          </a:prstGeom>
          <a:solidFill>
            <a:srgbClr val="FFFFFF"/>
          </a:solidFill>
          <a:ln w="13970">
            <a:solidFill>
              <a:srgbClr val="B8BC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2670048"/>
            <a:ext cx="73152" cy="1353312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27889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Verifier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71232" y="3136392"/>
            <a:ext cx="151790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• evidence • financials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9875520" y="2670048"/>
            <a:ext cx="1737360" cy="1353312"/>
          </a:xfrm>
          <a:prstGeom prst="rect">
            <a:avLst/>
          </a:prstGeom>
          <a:solidFill>
            <a:srgbClr val="D0EDFA"/>
          </a:solidFill>
          <a:ln w="13970">
            <a:solidFill>
              <a:srgbClr val="3D8D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2670048"/>
            <a:ext cx="73152" cy="1353312"/>
          </a:xfrm>
          <a:prstGeom prst="rect">
            <a:avLst/>
          </a:prstGeom>
          <a:solidFill>
            <a:srgbClr val="3D8DFF"/>
          </a:solidFill>
          <a:ln w="12700">
            <a:solidFill>
              <a:srgbClr val="3D8D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40112" y="27889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JSON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40112" y="3136392"/>
            <a:ext cx="1426464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Match: verified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Khác: override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160520" y="49194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không được phát minh tiền, ID hoặc sự kiện.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192" y="274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KẾT QUẢ CHẠY THẬT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93192" y="566928"/>
            <a:ext cx="11155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trúc ưu tiên tính đúng, kiểm toán và khả năng tái lập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93192" y="1225296"/>
            <a:ext cx="11292840" cy="0"/>
          </a:xfrm>
          <a:prstGeom prst="line">
            <a:avLst/>
          </a:prstGeom>
          <a:noFill/>
          <a:ln w="10160">
            <a:solidFill>
              <a:srgbClr val="B8BC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93192" y="1627632"/>
            <a:ext cx="2542032" cy="1874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7784" y="19019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50/50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57784" y="263347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được xử lý và gọi OpenRouter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46120" y="1627632"/>
            <a:ext cx="2542032" cy="1874520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10712" y="19019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10712" y="263347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mismatch khi tính lại từ CSV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099048" y="1627632"/>
            <a:ext cx="2542032" cy="1874520"/>
          </a:xfrm>
          <a:prstGeom prst="rect">
            <a:avLst/>
          </a:prstGeom>
          <a:solidFill>
            <a:srgbClr val="EDEDED"/>
          </a:solidFill>
          <a:ln w="12700">
            <a:solidFill>
              <a:srgbClr val="EDEDE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9019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63347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ID không tồn tại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951976" y="1627632"/>
            <a:ext cx="2542032" cy="1874520"/>
          </a:xfrm>
          <a:prstGeom prst="rect">
            <a:avLst/>
          </a:prstGeom>
          <a:solidFill>
            <a:srgbClr val="D0EDFA"/>
          </a:solidFill>
          <a:ln w="12700">
            <a:solidFill>
              <a:srgbClr val="D0EDF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16568" y="1901952"/>
            <a:ext cx="22128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7B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116568" y="263347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đáp ứng giới hạn ≤ 10B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3192" y="406908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D8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Lựa chọn kiến trúc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93192" y="4507992"/>
            <a:ext cx="10789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Specialist tạo facts đáng tin cậy  →  LLM reasoning có kiểm soát  →  Verifier tạo output audit-ready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393192" y="5532120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E62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orchestration trong một process: nhanh, dễ tái lập và phù hợp competition.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47104"/>
            <a:ext cx="4114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3777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K3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Architecture — EC_POLICY_V1</dc:title>
  <dc:subject>Kiến trúc xử lý khiếu nại Olist</dc:subject>
  <dc:creator>K3 Day 9 Multi-Agent A2A</dc:creator>
  <cp:lastModifiedBy>K3 Day 9 Multi-Agent A2A</cp:lastModifiedBy>
  <cp:revision>1</cp:revision>
  <dcterms:created xsi:type="dcterms:W3CDTF">2026-08-05T05:13:05Z</dcterms:created>
  <dcterms:modified xsi:type="dcterms:W3CDTF">2026-08-05T05:13:05Z</dcterms:modified>
</cp:coreProperties>
</file>